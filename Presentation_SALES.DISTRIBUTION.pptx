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0275CA-FD38-40CC-8323-58E72E5BDB82}" v="26" dt="2026-02-03T03:57:31.1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nandh KE" userId="3dde153257b1b11c" providerId="LiveId" clId="{9DA26157-78CB-40F8-BD9B-3C5EE01EE3C6}"/>
    <pc:docChg chg="undo custSel addSld modSld">
      <pc:chgData name="Abhinandh KE" userId="3dde153257b1b11c" providerId="LiveId" clId="{9DA26157-78CB-40F8-BD9B-3C5EE01EE3C6}" dt="2026-02-03T04:00:59.624" v="117" actId="1076"/>
      <pc:docMkLst>
        <pc:docMk/>
      </pc:docMkLst>
      <pc:sldChg chg="modSp mod setBg">
        <pc:chgData name="Abhinandh KE" userId="3dde153257b1b11c" providerId="LiveId" clId="{9DA26157-78CB-40F8-BD9B-3C5EE01EE3C6}" dt="2026-02-03T04:00:07.412" v="112" actId="2711"/>
        <pc:sldMkLst>
          <pc:docMk/>
          <pc:sldMk cId="1084334943" sldId="256"/>
        </pc:sldMkLst>
        <pc:spChg chg="mod">
          <ac:chgData name="Abhinandh KE" userId="3dde153257b1b11c" providerId="LiveId" clId="{9DA26157-78CB-40F8-BD9B-3C5EE01EE3C6}" dt="2026-02-03T04:00:07.412" v="112" actId="2711"/>
          <ac:spMkLst>
            <pc:docMk/>
            <pc:sldMk cId="1084334943" sldId="256"/>
            <ac:spMk id="2" creationId="{8AA9AFCB-389D-8682-B2D6-3F26CFCDECA5}"/>
          </ac:spMkLst>
        </pc:spChg>
      </pc:sldChg>
      <pc:sldChg chg="modSp mod setBg">
        <pc:chgData name="Abhinandh KE" userId="3dde153257b1b11c" providerId="LiveId" clId="{9DA26157-78CB-40F8-BD9B-3C5EE01EE3C6}" dt="2026-02-03T03:56:50.266" v="88"/>
        <pc:sldMkLst>
          <pc:docMk/>
          <pc:sldMk cId="2968216274" sldId="257"/>
        </pc:sldMkLst>
        <pc:spChg chg="mod">
          <ac:chgData name="Abhinandh KE" userId="3dde153257b1b11c" providerId="LiveId" clId="{9DA26157-78CB-40F8-BD9B-3C5EE01EE3C6}" dt="2026-02-03T03:45:10.109" v="75" actId="20577"/>
          <ac:spMkLst>
            <pc:docMk/>
            <pc:sldMk cId="2968216274" sldId="257"/>
            <ac:spMk id="2" creationId="{5A572551-E835-8E4B-FB72-6401D3AD27EA}"/>
          </ac:spMkLst>
        </pc:spChg>
        <pc:spChg chg="mod">
          <ac:chgData name="Abhinandh KE" userId="3dde153257b1b11c" providerId="LiveId" clId="{9DA26157-78CB-40F8-BD9B-3C5EE01EE3C6}" dt="2026-02-03T03:16:08.981" v="1" actId="20577"/>
          <ac:spMkLst>
            <pc:docMk/>
            <pc:sldMk cId="2968216274" sldId="257"/>
            <ac:spMk id="3" creationId="{554FC333-CDC1-6ADE-F050-DC4AAD14135B}"/>
          </ac:spMkLst>
        </pc:spChg>
      </pc:sldChg>
      <pc:sldChg chg="modSp new mod setBg">
        <pc:chgData name="Abhinandh KE" userId="3dde153257b1b11c" providerId="LiveId" clId="{9DA26157-78CB-40F8-BD9B-3C5EE01EE3C6}" dt="2026-02-03T04:00:34.087" v="113" actId="113"/>
        <pc:sldMkLst>
          <pc:docMk/>
          <pc:sldMk cId="737607264" sldId="258"/>
        </pc:sldMkLst>
        <pc:spChg chg="mod">
          <ac:chgData name="Abhinandh KE" userId="3dde153257b1b11c" providerId="LiveId" clId="{9DA26157-78CB-40F8-BD9B-3C5EE01EE3C6}" dt="2026-02-03T04:00:34.087" v="113" actId="113"/>
          <ac:spMkLst>
            <pc:docMk/>
            <pc:sldMk cId="737607264" sldId="258"/>
            <ac:spMk id="2" creationId="{3CC09FDB-55D1-3FAF-8992-1CB943C73CBE}"/>
          </ac:spMkLst>
        </pc:spChg>
        <pc:spChg chg="mod">
          <ac:chgData name="Abhinandh KE" userId="3dde153257b1b11c" providerId="LiveId" clId="{9DA26157-78CB-40F8-BD9B-3C5EE01EE3C6}" dt="2026-02-03T03:46:11.449" v="80" actId="27636"/>
          <ac:spMkLst>
            <pc:docMk/>
            <pc:sldMk cId="737607264" sldId="258"/>
            <ac:spMk id="3" creationId="{FD1BD8C6-AD1B-693E-3102-8913BB23E19E}"/>
          </ac:spMkLst>
        </pc:spChg>
      </pc:sldChg>
      <pc:sldChg chg="addSp delSp modSp new mod setBg">
        <pc:chgData name="Abhinandh KE" userId="3dde153257b1b11c" providerId="LiveId" clId="{9DA26157-78CB-40F8-BD9B-3C5EE01EE3C6}" dt="2026-02-03T04:00:59.624" v="117" actId="1076"/>
        <pc:sldMkLst>
          <pc:docMk/>
          <pc:sldMk cId="570243555" sldId="259"/>
        </pc:sldMkLst>
        <pc:spChg chg="mod">
          <ac:chgData name="Abhinandh KE" userId="3dde153257b1b11c" providerId="LiveId" clId="{9DA26157-78CB-40F8-BD9B-3C5EE01EE3C6}" dt="2026-02-03T04:00:59.624" v="117" actId="1076"/>
          <ac:spMkLst>
            <pc:docMk/>
            <pc:sldMk cId="570243555" sldId="259"/>
            <ac:spMk id="2" creationId="{A64CC5E7-3D43-AB9F-18D0-EB7BF52FCD1E}"/>
          </ac:spMkLst>
        </pc:spChg>
        <pc:spChg chg="del">
          <ac:chgData name="Abhinandh KE" userId="3dde153257b1b11c" providerId="LiveId" clId="{9DA26157-78CB-40F8-BD9B-3C5EE01EE3C6}" dt="2026-02-03T03:19:50.857" v="8"/>
          <ac:spMkLst>
            <pc:docMk/>
            <pc:sldMk cId="570243555" sldId="259"/>
            <ac:spMk id="3" creationId="{3DE5D656-6196-594B-B3D9-A79C6111B74B}"/>
          </ac:spMkLst>
        </pc:spChg>
        <pc:spChg chg="add del mod">
          <ac:chgData name="Abhinandh KE" userId="3dde153257b1b11c" providerId="LiveId" clId="{9DA26157-78CB-40F8-BD9B-3C5EE01EE3C6}" dt="2026-02-03T03:19:57.918" v="9" actId="478"/>
          <ac:spMkLst>
            <pc:docMk/>
            <pc:sldMk cId="570243555" sldId="259"/>
            <ac:spMk id="4" creationId="{3744883A-8B97-FB41-FAF5-A2056947D2D7}"/>
          </ac:spMkLst>
        </pc:spChg>
        <pc:spChg chg="add mod">
          <ac:chgData name="Abhinandh KE" userId="3dde153257b1b11c" providerId="LiveId" clId="{9DA26157-78CB-40F8-BD9B-3C5EE01EE3C6}" dt="2026-02-03T03:20:10.032" v="10"/>
          <ac:spMkLst>
            <pc:docMk/>
            <pc:sldMk cId="570243555" sldId="259"/>
            <ac:spMk id="5" creationId="{75B134EB-FC62-13C1-026B-256B3965D4D3}"/>
          </ac:spMkLst>
        </pc:spChg>
      </pc:sldChg>
      <pc:sldChg chg="addSp delSp modSp new mod setBg">
        <pc:chgData name="Abhinandh KE" userId="3dde153257b1b11c" providerId="LiveId" clId="{9DA26157-78CB-40F8-BD9B-3C5EE01EE3C6}" dt="2026-02-03T03:57:31.142" v="97"/>
        <pc:sldMkLst>
          <pc:docMk/>
          <pc:sldMk cId="321885412" sldId="260"/>
        </pc:sldMkLst>
        <pc:spChg chg="mod">
          <ac:chgData name="Abhinandh KE" userId="3dde153257b1b11c" providerId="LiveId" clId="{9DA26157-78CB-40F8-BD9B-3C5EE01EE3C6}" dt="2026-02-03T03:39:56.303" v="38" actId="27636"/>
          <ac:spMkLst>
            <pc:docMk/>
            <pc:sldMk cId="321885412" sldId="260"/>
            <ac:spMk id="2" creationId="{ACE28CAB-A352-FA0E-80FB-29DBE53175B1}"/>
          </ac:spMkLst>
        </pc:spChg>
        <pc:spChg chg="del">
          <ac:chgData name="Abhinandh KE" userId="3dde153257b1b11c" providerId="LiveId" clId="{9DA26157-78CB-40F8-BD9B-3C5EE01EE3C6}" dt="2026-02-03T03:30:30.273" v="13" actId="931"/>
          <ac:spMkLst>
            <pc:docMk/>
            <pc:sldMk cId="321885412" sldId="260"/>
            <ac:spMk id="3" creationId="{4A9594CB-72F6-E406-0C40-D75AD81A669F}"/>
          </ac:spMkLst>
        </pc:spChg>
        <pc:picChg chg="add mod modCrop">
          <ac:chgData name="Abhinandh KE" userId="3dde153257b1b11c" providerId="LiveId" clId="{9DA26157-78CB-40F8-BD9B-3C5EE01EE3C6}" dt="2026-02-03T03:42:31.421" v="48" actId="1076"/>
          <ac:picMkLst>
            <pc:docMk/>
            <pc:sldMk cId="321885412" sldId="260"/>
            <ac:picMk id="5" creationId="{F8B257BE-2522-7C74-6B4A-1E27155C1F1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97F3A-68C3-A80F-765B-4A5F381D3F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0B46D7-2D42-B475-7E4C-C5FBA8B7EA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73A8CE-12CF-64BE-02C7-6CEADA50881D}"/>
              </a:ext>
            </a:extLst>
          </p:cNvPr>
          <p:cNvSpPr>
            <a:spLocks noGrp="1"/>
          </p:cNvSpPr>
          <p:nvPr>
            <p:ph type="dt" sz="half" idx="10"/>
          </p:nvPr>
        </p:nvSpPr>
        <p:spPr/>
        <p:txBody>
          <a:bodyPr/>
          <a:lstStyle/>
          <a:p>
            <a:fld id="{BF2CF6D1-C04D-407B-ABAE-74E8A294CCA6}" type="datetimeFigureOut">
              <a:rPr lang="en-IN" smtClean="0"/>
              <a:t>03-02-2026</a:t>
            </a:fld>
            <a:endParaRPr lang="en-IN"/>
          </a:p>
        </p:txBody>
      </p:sp>
      <p:sp>
        <p:nvSpPr>
          <p:cNvPr id="5" name="Footer Placeholder 4">
            <a:extLst>
              <a:ext uri="{FF2B5EF4-FFF2-40B4-BE49-F238E27FC236}">
                <a16:creationId xmlns:a16="http://schemas.microsoft.com/office/drawing/2014/main" id="{7F11DAB2-0399-B08A-265E-38A2D91CBE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D0AFAA-B024-73C7-4A14-80F4CB391FFC}"/>
              </a:ext>
            </a:extLst>
          </p:cNvPr>
          <p:cNvSpPr>
            <a:spLocks noGrp="1"/>
          </p:cNvSpPr>
          <p:nvPr>
            <p:ph type="sldNum" sz="quarter" idx="12"/>
          </p:nvPr>
        </p:nvSpPr>
        <p:spPr/>
        <p:txBody>
          <a:bodyPr/>
          <a:lstStyle/>
          <a:p>
            <a:fld id="{E08938AF-6814-4FE2-A2A1-BC91841BDE43}" type="slidenum">
              <a:rPr lang="en-IN" smtClean="0"/>
              <a:t>‹#›</a:t>
            </a:fld>
            <a:endParaRPr lang="en-IN"/>
          </a:p>
        </p:txBody>
      </p:sp>
    </p:spTree>
    <p:extLst>
      <p:ext uri="{BB962C8B-B14F-4D97-AF65-F5344CB8AC3E}">
        <p14:creationId xmlns:p14="http://schemas.microsoft.com/office/powerpoint/2010/main" val="444490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3479-5D2C-9EF7-110C-F0103265E7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AD2A6C-4948-1B53-D26F-65A44790F1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28875E-11CF-44A8-BB2C-58EA8A571994}"/>
              </a:ext>
            </a:extLst>
          </p:cNvPr>
          <p:cNvSpPr>
            <a:spLocks noGrp="1"/>
          </p:cNvSpPr>
          <p:nvPr>
            <p:ph type="dt" sz="half" idx="10"/>
          </p:nvPr>
        </p:nvSpPr>
        <p:spPr/>
        <p:txBody>
          <a:bodyPr/>
          <a:lstStyle/>
          <a:p>
            <a:fld id="{BF2CF6D1-C04D-407B-ABAE-74E8A294CCA6}" type="datetimeFigureOut">
              <a:rPr lang="en-IN" smtClean="0"/>
              <a:t>03-02-2026</a:t>
            </a:fld>
            <a:endParaRPr lang="en-IN"/>
          </a:p>
        </p:txBody>
      </p:sp>
      <p:sp>
        <p:nvSpPr>
          <p:cNvPr id="5" name="Footer Placeholder 4">
            <a:extLst>
              <a:ext uri="{FF2B5EF4-FFF2-40B4-BE49-F238E27FC236}">
                <a16:creationId xmlns:a16="http://schemas.microsoft.com/office/drawing/2014/main" id="{EAB0EE96-D3A4-D465-FAC7-85D0AED905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0D9FA8-2004-AEDF-2E94-360FD17D1C29}"/>
              </a:ext>
            </a:extLst>
          </p:cNvPr>
          <p:cNvSpPr>
            <a:spLocks noGrp="1"/>
          </p:cNvSpPr>
          <p:nvPr>
            <p:ph type="sldNum" sz="quarter" idx="12"/>
          </p:nvPr>
        </p:nvSpPr>
        <p:spPr/>
        <p:txBody>
          <a:bodyPr/>
          <a:lstStyle/>
          <a:p>
            <a:fld id="{E08938AF-6814-4FE2-A2A1-BC91841BDE43}" type="slidenum">
              <a:rPr lang="en-IN" smtClean="0"/>
              <a:t>‹#›</a:t>
            </a:fld>
            <a:endParaRPr lang="en-IN"/>
          </a:p>
        </p:txBody>
      </p:sp>
    </p:spTree>
    <p:extLst>
      <p:ext uri="{BB962C8B-B14F-4D97-AF65-F5344CB8AC3E}">
        <p14:creationId xmlns:p14="http://schemas.microsoft.com/office/powerpoint/2010/main" val="4137906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8890D-3DB2-F225-6E1E-2F99C3BA24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777DEF7-B45A-60A1-8F85-3C3A7D1F7F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3382F2-3FF8-392A-CA59-9DF8203398D7}"/>
              </a:ext>
            </a:extLst>
          </p:cNvPr>
          <p:cNvSpPr>
            <a:spLocks noGrp="1"/>
          </p:cNvSpPr>
          <p:nvPr>
            <p:ph type="dt" sz="half" idx="10"/>
          </p:nvPr>
        </p:nvSpPr>
        <p:spPr/>
        <p:txBody>
          <a:bodyPr/>
          <a:lstStyle/>
          <a:p>
            <a:fld id="{BF2CF6D1-C04D-407B-ABAE-74E8A294CCA6}" type="datetimeFigureOut">
              <a:rPr lang="en-IN" smtClean="0"/>
              <a:t>03-02-2026</a:t>
            </a:fld>
            <a:endParaRPr lang="en-IN"/>
          </a:p>
        </p:txBody>
      </p:sp>
      <p:sp>
        <p:nvSpPr>
          <p:cNvPr id="5" name="Footer Placeholder 4">
            <a:extLst>
              <a:ext uri="{FF2B5EF4-FFF2-40B4-BE49-F238E27FC236}">
                <a16:creationId xmlns:a16="http://schemas.microsoft.com/office/drawing/2014/main" id="{BC0C753D-820B-C4E3-E4B4-4CD311F460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5E94D7-4731-B928-169D-679BD264BD19}"/>
              </a:ext>
            </a:extLst>
          </p:cNvPr>
          <p:cNvSpPr>
            <a:spLocks noGrp="1"/>
          </p:cNvSpPr>
          <p:nvPr>
            <p:ph type="sldNum" sz="quarter" idx="12"/>
          </p:nvPr>
        </p:nvSpPr>
        <p:spPr/>
        <p:txBody>
          <a:bodyPr/>
          <a:lstStyle/>
          <a:p>
            <a:fld id="{E08938AF-6814-4FE2-A2A1-BC91841BDE43}" type="slidenum">
              <a:rPr lang="en-IN" smtClean="0"/>
              <a:t>‹#›</a:t>
            </a:fld>
            <a:endParaRPr lang="en-IN"/>
          </a:p>
        </p:txBody>
      </p:sp>
    </p:spTree>
    <p:extLst>
      <p:ext uri="{BB962C8B-B14F-4D97-AF65-F5344CB8AC3E}">
        <p14:creationId xmlns:p14="http://schemas.microsoft.com/office/powerpoint/2010/main" val="255174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0169A-B7F2-F862-4536-9D383C9A57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D037F3-EB8D-A932-E2FB-963DD72C4A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02D98D8-113D-15CB-461A-B70CB91BF8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CAF9C6-E1DB-63EC-1997-01FE30BF68B2}"/>
              </a:ext>
            </a:extLst>
          </p:cNvPr>
          <p:cNvSpPr>
            <a:spLocks noGrp="1"/>
          </p:cNvSpPr>
          <p:nvPr>
            <p:ph type="dt" sz="half" idx="10"/>
          </p:nvPr>
        </p:nvSpPr>
        <p:spPr/>
        <p:txBody>
          <a:bodyPr/>
          <a:lstStyle/>
          <a:p>
            <a:fld id="{BF2CF6D1-C04D-407B-ABAE-74E8A294CCA6}" type="datetimeFigureOut">
              <a:rPr lang="en-IN" smtClean="0"/>
              <a:t>03-02-2026</a:t>
            </a:fld>
            <a:endParaRPr lang="en-IN"/>
          </a:p>
        </p:txBody>
      </p:sp>
      <p:sp>
        <p:nvSpPr>
          <p:cNvPr id="6" name="Footer Placeholder 5">
            <a:extLst>
              <a:ext uri="{FF2B5EF4-FFF2-40B4-BE49-F238E27FC236}">
                <a16:creationId xmlns:a16="http://schemas.microsoft.com/office/drawing/2014/main" id="{81439AC0-17C0-E91F-CCB7-CF4FF4E143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6B5E29-A0DE-CE3B-4D5C-FA84C2C8ABEE}"/>
              </a:ext>
            </a:extLst>
          </p:cNvPr>
          <p:cNvSpPr>
            <a:spLocks noGrp="1"/>
          </p:cNvSpPr>
          <p:nvPr>
            <p:ph type="sldNum" sz="quarter" idx="12"/>
          </p:nvPr>
        </p:nvSpPr>
        <p:spPr/>
        <p:txBody>
          <a:bodyPr/>
          <a:lstStyle/>
          <a:p>
            <a:fld id="{E08938AF-6814-4FE2-A2A1-BC91841BDE43}" type="slidenum">
              <a:rPr lang="en-IN" smtClean="0"/>
              <a:t>‹#›</a:t>
            </a:fld>
            <a:endParaRPr lang="en-IN"/>
          </a:p>
        </p:txBody>
      </p:sp>
    </p:spTree>
    <p:extLst>
      <p:ext uri="{BB962C8B-B14F-4D97-AF65-F5344CB8AC3E}">
        <p14:creationId xmlns:p14="http://schemas.microsoft.com/office/powerpoint/2010/main" val="311762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FC04D-7EAA-6F9F-3658-DB2AA4A36D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1AC6DF-365E-077D-7B5C-FD730532C9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E60126-3ECE-203B-6CE8-1370C62DD6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4382989-FA34-1063-226F-C669900779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62BB59-4C3D-B5A5-5A25-32B9C51074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F2BB2C0-75AF-51B0-97C2-49B3331B1CA1}"/>
              </a:ext>
            </a:extLst>
          </p:cNvPr>
          <p:cNvSpPr>
            <a:spLocks noGrp="1"/>
          </p:cNvSpPr>
          <p:nvPr>
            <p:ph type="dt" sz="half" idx="10"/>
          </p:nvPr>
        </p:nvSpPr>
        <p:spPr/>
        <p:txBody>
          <a:bodyPr/>
          <a:lstStyle/>
          <a:p>
            <a:fld id="{BF2CF6D1-C04D-407B-ABAE-74E8A294CCA6}" type="datetimeFigureOut">
              <a:rPr lang="en-IN" smtClean="0"/>
              <a:t>03-02-2026</a:t>
            </a:fld>
            <a:endParaRPr lang="en-IN"/>
          </a:p>
        </p:txBody>
      </p:sp>
      <p:sp>
        <p:nvSpPr>
          <p:cNvPr id="8" name="Footer Placeholder 7">
            <a:extLst>
              <a:ext uri="{FF2B5EF4-FFF2-40B4-BE49-F238E27FC236}">
                <a16:creationId xmlns:a16="http://schemas.microsoft.com/office/drawing/2014/main" id="{CC085448-13E0-2A2C-B430-41B023CDC6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682116E-EE81-F7BA-D10E-00E193ECF5A2}"/>
              </a:ext>
            </a:extLst>
          </p:cNvPr>
          <p:cNvSpPr>
            <a:spLocks noGrp="1"/>
          </p:cNvSpPr>
          <p:nvPr>
            <p:ph type="sldNum" sz="quarter" idx="12"/>
          </p:nvPr>
        </p:nvSpPr>
        <p:spPr/>
        <p:txBody>
          <a:bodyPr/>
          <a:lstStyle/>
          <a:p>
            <a:fld id="{E08938AF-6814-4FE2-A2A1-BC91841BDE43}" type="slidenum">
              <a:rPr lang="en-IN" smtClean="0"/>
              <a:t>‹#›</a:t>
            </a:fld>
            <a:endParaRPr lang="en-IN"/>
          </a:p>
        </p:txBody>
      </p:sp>
    </p:spTree>
    <p:extLst>
      <p:ext uri="{BB962C8B-B14F-4D97-AF65-F5344CB8AC3E}">
        <p14:creationId xmlns:p14="http://schemas.microsoft.com/office/powerpoint/2010/main" val="333196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C25E2-89B5-4B75-3F62-D26020A5F9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512A0B-620C-9F35-F7F6-5A4BB3B00E6D}"/>
              </a:ext>
            </a:extLst>
          </p:cNvPr>
          <p:cNvSpPr>
            <a:spLocks noGrp="1"/>
          </p:cNvSpPr>
          <p:nvPr>
            <p:ph type="dt" sz="half" idx="10"/>
          </p:nvPr>
        </p:nvSpPr>
        <p:spPr/>
        <p:txBody>
          <a:bodyPr/>
          <a:lstStyle/>
          <a:p>
            <a:fld id="{BF2CF6D1-C04D-407B-ABAE-74E8A294CCA6}" type="datetimeFigureOut">
              <a:rPr lang="en-IN" smtClean="0"/>
              <a:t>03-02-2026</a:t>
            </a:fld>
            <a:endParaRPr lang="en-IN"/>
          </a:p>
        </p:txBody>
      </p:sp>
      <p:sp>
        <p:nvSpPr>
          <p:cNvPr id="4" name="Footer Placeholder 3">
            <a:extLst>
              <a:ext uri="{FF2B5EF4-FFF2-40B4-BE49-F238E27FC236}">
                <a16:creationId xmlns:a16="http://schemas.microsoft.com/office/drawing/2014/main" id="{5169025D-D2C7-5532-1FD7-5F87E3140F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B51F28F-4597-860A-0D96-242743F742CE}"/>
              </a:ext>
            </a:extLst>
          </p:cNvPr>
          <p:cNvSpPr>
            <a:spLocks noGrp="1"/>
          </p:cNvSpPr>
          <p:nvPr>
            <p:ph type="sldNum" sz="quarter" idx="12"/>
          </p:nvPr>
        </p:nvSpPr>
        <p:spPr/>
        <p:txBody>
          <a:bodyPr/>
          <a:lstStyle/>
          <a:p>
            <a:fld id="{E08938AF-6814-4FE2-A2A1-BC91841BDE43}" type="slidenum">
              <a:rPr lang="en-IN" smtClean="0"/>
              <a:t>‹#›</a:t>
            </a:fld>
            <a:endParaRPr lang="en-IN"/>
          </a:p>
        </p:txBody>
      </p:sp>
    </p:spTree>
    <p:extLst>
      <p:ext uri="{BB962C8B-B14F-4D97-AF65-F5344CB8AC3E}">
        <p14:creationId xmlns:p14="http://schemas.microsoft.com/office/powerpoint/2010/main" val="447263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D9B214-1549-9AAB-4C21-DE545F00EA09}"/>
              </a:ext>
            </a:extLst>
          </p:cNvPr>
          <p:cNvSpPr>
            <a:spLocks noGrp="1"/>
          </p:cNvSpPr>
          <p:nvPr>
            <p:ph type="dt" sz="half" idx="10"/>
          </p:nvPr>
        </p:nvSpPr>
        <p:spPr/>
        <p:txBody>
          <a:bodyPr/>
          <a:lstStyle/>
          <a:p>
            <a:fld id="{BF2CF6D1-C04D-407B-ABAE-74E8A294CCA6}" type="datetimeFigureOut">
              <a:rPr lang="en-IN" smtClean="0"/>
              <a:t>03-02-2026</a:t>
            </a:fld>
            <a:endParaRPr lang="en-IN"/>
          </a:p>
        </p:txBody>
      </p:sp>
      <p:sp>
        <p:nvSpPr>
          <p:cNvPr id="3" name="Footer Placeholder 2">
            <a:extLst>
              <a:ext uri="{FF2B5EF4-FFF2-40B4-BE49-F238E27FC236}">
                <a16:creationId xmlns:a16="http://schemas.microsoft.com/office/drawing/2014/main" id="{791E6717-F68B-AD46-1190-3EE36783CE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E34922-2E09-6D01-9590-DF01A8BFD6DF}"/>
              </a:ext>
            </a:extLst>
          </p:cNvPr>
          <p:cNvSpPr>
            <a:spLocks noGrp="1"/>
          </p:cNvSpPr>
          <p:nvPr>
            <p:ph type="sldNum" sz="quarter" idx="12"/>
          </p:nvPr>
        </p:nvSpPr>
        <p:spPr/>
        <p:txBody>
          <a:bodyPr/>
          <a:lstStyle/>
          <a:p>
            <a:fld id="{E08938AF-6814-4FE2-A2A1-BC91841BDE43}" type="slidenum">
              <a:rPr lang="en-IN" smtClean="0"/>
              <a:t>‹#›</a:t>
            </a:fld>
            <a:endParaRPr lang="en-IN"/>
          </a:p>
        </p:txBody>
      </p:sp>
    </p:spTree>
    <p:extLst>
      <p:ext uri="{BB962C8B-B14F-4D97-AF65-F5344CB8AC3E}">
        <p14:creationId xmlns:p14="http://schemas.microsoft.com/office/powerpoint/2010/main" val="427930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68E3-E53D-C2FC-E1F0-C00D6A12B5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EE66588-9DB2-FE9A-62AB-6DF6F2CA17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5E0F99-1656-A248-7932-7F4B10A6C4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11B81F-713A-0D53-019E-4DED6E70D968}"/>
              </a:ext>
            </a:extLst>
          </p:cNvPr>
          <p:cNvSpPr>
            <a:spLocks noGrp="1"/>
          </p:cNvSpPr>
          <p:nvPr>
            <p:ph type="dt" sz="half" idx="10"/>
          </p:nvPr>
        </p:nvSpPr>
        <p:spPr/>
        <p:txBody>
          <a:bodyPr/>
          <a:lstStyle/>
          <a:p>
            <a:fld id="{BF2CF6D1-C04D-407B-ABAE-74E8A294CCA6}" type="datetimeFigureOut">
              <a:rPr lang="en-IN" smtClean="0"/>
              <a:t>03-02-2026</a:t>
            </a:fld>
            <a:endParaRPr lang="en-IN"/>
          </a:p>
        </p:txBody>
      </p:sp>
      <p:sp>
        <p:nvSpPr>
          <p:cNvPr id="6" name="Footer Placeholder 5">
            <a:extLst>
              <a:ext uri="{FF2B5EF4-FFF2-40B4-BE49-F238E27FC236}">
                <a16:creationId xmlns:a16="http://schemas.microsoft.com/office/drawing/2014/main" id="{75514DFF-A5FF-CB86-82EA-F9784DAEB0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D51459-5D06-815D-2D60-8E596E63D4B9}"/>
              </a:ext>
            </a:extLst>
          </p:cNvPr>
          <p:cNvSpPr>
            <a:spLocks noGrp="1"/>
          </p:cNvSpPr>
          <p:nvPr>
            <p:ph type="sldNum" sz="quarter" idx="12"/>
          </p:nvPr>
        </p:nvSpPr>
        <p:spPr/>
        <p:txBody>
          <a:bodyPr/>
          <a:lstStyle/>
          <a:p>
            <a:fld id="{E08938AF-6814-4FE2-A2A1-BC91841BDE43}" type="slidenum">
              <a:rPr lang="en-IN" smtClean="0"/>
              <a:t>‹#›</a:t>
            </a:fld>
            <a:endParaRPr lang="en-IN"/>
          </a:p>
        </p:txBody>
      </p:sp>
    </p:spTree>
    <p:extLst>
      <p:ext uri="{BB962C8B-B14F-4D97-AF65-F5344CB8AC3E}">
        <p14:creationId xmlns:p14="http://schemas.microsoft.com/office/powerpoint/2010/main" val="2986609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5AAC7-19A8-2D1B-6D84-B97CD100AE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C32D2E-D8EE-FCA6-F59D-31B1229A15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BE530B-C3E2-A634-616A-D82210995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9D26AB-E162-FA53-F4F5-531A4B17D117}"/>
              </a:ext>
            </a:extLst>
          </p:cNvPr>
          <p:cNvSpPr>
            <a:spLocks noGrp="1"/>
          </p:cNvSpPr>
          <p:nvPr>
            <p:ph type="dt" sz="half" idx="10"/>
          </p:nvPr>
        </p:nvSpPr>
        <p:spPr/>
        <p:txBody>
          <a:bodyPr/>
          <a:lstStyle/>
          <a:p>
            <a:fld id="{BF2CF6D1-C04D-407B-ABAE-74E8A294CCA6}" type="datetimeFigureOut">
              <a:rPr lang="en-IN" smtClean="0"/>
              <a:t>03-02-2026</a:t>
            </a:fld>
            <a:endParaRPr lang="en-IN"/>
          </a:p>
        </p:txBody>
      </p:sp>
      <p:sp>
        <p:nvSpPr>
          <p:cNvPr id="6" name="Footer Placeholder 5">
            <a:extLst>
              <a:ext uri="{FF2B5EF4-FFF2-40B4-BE49-F238E27FC236}">
                <a16:creationId xmlns:a16="http://schemas.microsoft.com/office/drawing/2014/main" id="{1CB248C5-F6D5-A5DE-D75A-6D8AB871DD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081CFE-9CB1-E089-585E-0346A79D901E}"/>
              </a:ext>
            </a:extLst>
          </p:cNvPr>
          <p:cNvSpPr>
            <a:spLocks noGrp="1"/>
          </p:cNvSpPr>
          <p:nvPr>
            <p:ph type="sldNum" sz="quarter" idx="12"/>
          </p:nvPr>
        </p:nvSpPr>
        <p:spPr/>
        <p:txBody>
          <a:bodyPr/>
          <a:lstStyle/>
          <a:p>
            <a:fld id="{E08938AF-6814-4FE2-A2A1-BC91841BDE43}" type="slidenum">
              <a:rPr lang="en-IN" smtClean="0"/>
              <a:t>‹#›</a:t>
            </a:fld>
            <a:endParaRPr lang="en-IN"/>
          </a:p>
        </p:txBody>
      </p:sp>
    </p:spTree>
    <p:extLst>
      <p:ext uri="{BB962C8B-B14F-4D97-AF65-F5344CB8AC3E}">
        <p14:creationId xmlns:p14="http://schemas.microsoft.com/office/powerpoint/2010/main" val="3958149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93CA0-C691-7585-EB3C-961742FFD58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7EE877-DAF6-7463-3595-1AD6AE21BA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A6EE1D-EFCC-AF25-D3E4-1F2900F67A1B}"/>
              </a:ext>
            </a:extLst>
          </p:cNvPr>
          <p:cNvSpPr>
            <a:spLocks noGrp="1"/>
          </p:cNvSpPr>
          <p:nvPr>
            <p:ph type="dt" sz="half" idx="10"/>
          </p:nvPr>
        </p:nvSpPr>
        <p:spPr/>
        <p:txBody>
          <a:bodyPr/>
          <a:lstStyle/>
          <a:p>
            <a:fld id="{BF2CF6D1-C04D-407B-ABAE-74E8A294CCA6}" type="datetimeFigureOut">
              <a:rPr lang="en-IN" smtClean="0"/>
              <a:t>03-02-2026</a:t>
            </a:fld>
            <a:endParaRPr lang="en-IN"/>
          </a:p>
        </p:txBody>
      </p:sp>
      <p:sp>
        <p:nvSpPr>
          <p:cNvPr id="5" name="Footer Placeholder 4">
            <a:extLst>
              <a:ext uri="{FF2B5EF4-FFF2-40B4-BE49-F238E27FC236}">
                <a16:creationId xmlns:a16="http://schemas.microsoft.com/office/drawing/2014/main" id="{82D579C3-DCF0-B92A-6271-F290968253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DA1055-7CEE-A4B0-9CA7-17B32F4ECEDF}"/>
              </a:ext>
            </a:extLst>
          </p:cNvPr>
          <p:cNvSpPr>
            <a:spLocks noGrp="1"/>
          </p:cNvSpPr>
          <p:nvPr>
            <p:ph type="sldNum" sz="quarter" idx="12"/>
          </p:nvPr>
        </p:nvSpPr>
        <p:spPr/>
        <p:txBody>
          <a:bodyPr/>
          <a:lstStyle/>
          <a:p>
            <a:fld id="{E08938AF-6814-4FE2-A2A1-BC91841BDE43}" type="slidenum">
              <a:rPr lang="en-IN" smtClean="0"/>
              <a:t>‹#›</a:t>
            </a:fld>
            <a:endParaRPr lang="en-IN"/>
          </a:p>
        </p:txBody>
      </p:sp>
    </p:spTree>
    <p:extLst>
      <p:ext uri="{BB962C8B-B14F-4D97-AF65-F5344CB8AC3E}">
        <p14:creationId xmlns:p14="http://schemas.microsoft.com/office/powerpoint/2010/main" val="3594382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DD9CA8-326D-33D7-CBEC-AD321A224E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966A82-36EA-6EA6-A940-78915175E8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69A692-A97C-E0E4-B3F7-CC1A56C07A25}"/>
              </a:ext>
            </a:extLst>
          </p:cNvPr>
          <p:cNvSpPr>
            <a:spLocks noGrp="1"/>
          </p:cNvSpPr>
          <p:nvPr>
            <p:ph type="dt" sz="half" idx="10"/>
          </p:nvPr>
        </p:nvSpPr>
        <p:spPr/>
        <p:txBody>
          <a:bodyPr/>
          <a:lstStyle/>
          <a:p>
            <a:fld id="{BF2CF6D1-C04D-407B-ABAE-74E8A294CCA6}" type="datetimeFigureOut">
              <a:rPr lang="en-IN" smtClean="0"/>
              <a:t>03-02-2026</a:t>
            </a:fld>
            <a:endParaRPr lang="en-IN"/>
          </a:p>
        </p:txBody>
      </p:sp>
      <p:sp>
        <p:nvSpPr>
          <p:cNvPr id="5" name="Footer Placeholder 4">
            <a:extLst>
              <a:ext uri="{FF2B5EF4-FFF2-40B4-BE49-F238E27FC236}">
                <a16:creationId xmlns:a16="http://schemas.microsoft.com/office/drawing/2014/main" id="{423DFFE2-EDAD-8DF7-8496-61DF0D34D6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2F2023-99CA-D208-EF41-65C8CEB40ECB}"/>
              </a:ext>
            </a:extLst>
          </p:cNvPr>
          <p:cNvSpPr>
            <a:spLocks noGrp="1"/>
          </p:cNvSpPr>
          <p:nvPr>
            <p:ph type="sldNum" sz="quarter" idx="12"/>
          </p:nvPr>
        </p:nvSpPr>
        <p:spPr/>
        <p:txBody>
          <a:bodyPr/>
          <a:lstStyle/>
          <a:p>
            <a:fld id="{E08938AF-6814-4FE2-A2A1-BC91841BDE43}" type="slidenum">
              <a:rPr lang="en-IN" smtClean="0"/>
              <a:t>‹#›</a:t>
            </a:fld>
            <a:endParaRPr lang="en-IN"/>
          </a:p>
        </p:txBody>
      </p:sp>
    </p:spTree>
    <p:extLst>
      <p:ext uri="{BB962C8B-B14F-4D97-AF65-F5344CB8AC3E}">
        <p14:creationId xmlns:p14="http://schemas.microsoft.com/office/powerpoint/2010/main" val="2641657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85CFB5-5431-A568-5C92-5E3C3177D3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07298F-F0BE-B3B8-F013-80C7858450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90A850-11BD-CC3F-3B90-005A1DAB9E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2CF6D1-C04D-407B-ABAE-74E8A294CCA6}" type="datetimeFigureOut">
              <a:rPr lang="en-IN" smtClean="0"/>
              <a:t>03-02-2026</a:t>
            </a:fld>
            <a:endParaRPr lang="en-IN"/>
          </a:p>
        </p:txBody>
      </p:sp>
      <p:sp>
        <p:nvSpPr>
          <p:cNvPr id="5" name="Footer Placeholder 4">
            <a:extLst>
              <a:ext uri="{FF2B5EF4-FFF2-40B4-BE49-F238E27FC236}">
                <a16:creationId xmlns:a16="http://schemas.microsoft.com/office/drawing/2014/main" id="{1F648E20-EE77-1DB2-C514-EDC7D229D1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C3164EE-ED3D-91C8-80CB-EF83B84E9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8938AF-6814-4FE2-A2A1-BC91841BDE43}" type="slidenum">
              <a:rPr lang="en-IN" smtClean="0"/>
              <a:t>‹#›</a:t>
            </a:fld>
            <a:endParaRPr lang="en-IN"/>
          </a:p>
        </p:txBody>
      </p:sp>
    </p:spTree>
    <p:extLst>
      <p:ext uri="{BB962C8B-B14F-4D97-AF65-F5344CB8AC3E}">
        <p14:creationId xmlns:p14="http://schemas.microsoft.com/office/powerpoint/2010/main" val="2183549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9AFCB-389D-8682-B2D6-3F26CFCDECA5}"/>
              </a:ext>
            </a:extLst>
          </p:cNvPr>
          <p:cNvSpPr>
            <a:spLocks noGrp="1"/>
          </p:cNvSpPr>
          <p:nvPr>
            <p:ph type="ctrTitle"/>
          </p:nvPr>
        </p:nvSpPr>
        <p:spPr/>
        <p:txBody>
          <a:bodyPr/>
          <a:lstStyle/>
          <a:p>
            <a:r>
              <a:rPr lang="en-IN" dirty="0">
                <a:latin typeface="Berlin Sans FB" panose="020E0602020502020306" pitchFamily="34" charset="0"/>
              </a:rPr>
              <a:t>SALES DISTRIBUTION DASHBOARD</a:t>
            </a:r>
          </a:p>
        </p:txBody>
      </p:sp>
      <p:sp>
        <p:nvSpPr>
          <p:cNvPr id="3" name="Subtitle 2">
            <a:extLst>
              <a:ext uri="{FF2B5EF4-FFF2-40B4-BE49-F238E27FC236}">
                <a16:creationId xmlns:a16="http://schemas.microsoft.com/office/drawing/2014/main" id="{64E0D3BB-FED5-7607-0F75-C917E2A4CC75}"/>
              </a:ext>
            </a:extLst>
          </p:cNvPr>
          <p:cNvSpPr>
            <a:spLocks noGrp="1"/>
          </p:cNvSpPr>
          <p:nvPr>
            <p:ph type="subTitle" idx="1"/>
          </p:nvPr>
        </p:nvSpPr>
        <p:spPr>
          <a:xfrm>
            <a:off x="7777316" y="3602038"/>
            <a:ext cx="2890684" cy="507846"/>
          </a:xfrm>
        </p:spPr>
        <p:txBody>
          <a:bodyPr/>
          <a:lstStyle/>
          <a:p>
            <a:r>
              <a:rPr lang="en-IN" dirty="0"/>
              <a:t>ABHINANDH KE</a:t>
            </a:r>
          </a:p>
        </p:txBody>
      </p:sp>
    </p:spTree>
    <p:extLst>
      <p:ext uri="{BB962C8B-B14F-4D97-AF65-F5344CB8AC3E}">
        <p14:creationId xmlns:p14="http://schemas.microsoft.com/office/powerpoint/2010/main" val="1084334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72551-E835-8E4B-FB72-6401D3AD27EA}"/>
              </a:ext>
            </a:extLst>
          </p:cNvPr>
          <p:cNvSpPr>
            <a:spLocks noGrp="1"/>
          </p:cNvSpPr>
          <p:nvPr>
            <p:ph type="title"/>
          </p:nvPr>
        </p:nvSpPr>
        <p:spPr>
          <a:xfrm>
            <a:off x="1123336" y="900010"/>
            <a:ext cx="4392561" cy="925615"/>
          </a:xfrm>
        </p:spPr>
        <p:txBody>
          <a:bodyPr>
            <a:normAutofit fontScale="90000"/>
          </a:bodyPr>
          <a:lstStyle/>
          <a:p>
            <a:r>
              <a:rPr lang="en-US" b="1" dirty="0"/>
              <a:t>Introduction</a:t>
            </a:r>
            <a:br>
              <a:rPr lang="en-US" b="1" dirty="0"/>
            </a:br>
            <a:endParaRPr lang="en-IN" dirty="0"/>
          </a:p>
        </p:txBody>
      </p:sp>
      <p:sp>
        <p:nvSpPr>
          <p:cNvPr id="3" name="Content Placeholder 2">
            <a:extLst>
              <a:ext uri="{FF2B5EF4-FFF2-40B4-BE49-F238E27FC236}">
                <a16:creationId xmlns:a16="http://schemas.microsoft.com/office/drawing/2014/main" id="{554FC333-CDC1-6ADE-F050-DC4AAD14135B}"/>
              </a:ext>
            </a:extLst>
          </p:cNvPr>
          <p:cNvSpPr>
            <a:spLocks noGrp="1"/>
          </p:cNvSpPr>
          <p:nvPr>
            <p:ph idx="1"/>
          </p:nvPr>
        </p:nvSpPr>
        <p:spPr/>
        <p:txBody>
          <a:bodyPr/>
          <a:lstStyle/>
          <a:p>
            <a:r>
              <a:rPr lang="en-US" b="1" dirty="0"/>
              <a:t>Sales Distribution Dashboard</a:t>
            </a:r>
            <a:r>
              <a:rPr lang="en-US" dirty="0"/>
              <a:t> is an interactive Power BI project designed to analyze and monitor sales performance across </a:t>
            </a:r>
            <a:r>
              <a:rPr lang="en-US" b="1" dirty="0"/>
              <a:t>time, regions, customers, products, and geography</a:t>
            </a:r>
            <a:r>
              <a:rPr lang="en-US" dirty="0"/>
              <a:t>.</a:t>
            </a:r>
            <a:br>
              <a:rPr lang="en-US" dirty="0"/>
            </a:br>
            <a:r>
              <a:rPr lang="en-US" dirty="0"/>
              <a:t>The dashboard converts raw sales data into meaningful insights, helping stakeholders quickly understand </a:t>
            </a:r>
            <a:r>
              <a:rPr lang="en-US" b="1" dirty="0"/>
              <a:t>where sales are coming from, who the top customers are, and how performance compares against targets</a:t>
            </a:r>
            <a:r>
              <a:rPr lang="en-US" dirty="0"/>
              <a:t>.</a:t>
            </a:r>
          </a:p>
          <a:p>
            <a:endParaRPr lang="en-IN" dirty="0"/>
          </a:p>
        </p:txBody>
      </p:sp>
    </p:spTree>
    <p:extLst>
      <p:ext uri="{BB962C8B-B14F-4D97-AF65-F5344CB8AC3E}">
        <p14:creationId xmlns:p14="http://schemas.microsoft.com/office/powerpoint/2010/main" val="2968216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09FDB-55D1-3FAF-8992-1CB943C73CBE}"/>
              </a:ext>
            </a:extLst>
          </p:cNvPr>
          <p:cNvSpPr>
            <a:spLocks noGrp="1"/>
          </p:cNvSpPr>
          <p:nvPr>
            <p:ph type="title"/>
          </p:nvPr>
        </p:nvSpPr>
        <p:spPr>
          <a:xfrm>
            <a:off x="985684" y="443783"/>
            <a:ext cx="4127090" cy="1001559"/>
          </a:xfrm>
        </p:spPr>
        <p:txBody>
          <a:bodyPr/>
          <a:lstStyle/>
          <a:p>
            <a:r>
              <a:rPr lang="en-IN" b="1" dirty="0"/>
              <a:t>Objectives</a:t>
            </a:r>
          </a:p>
        </p:txBody>
      </p:sp>
      <p:sp>
        <p:nvSpPr>
          <p:cNvPr id="3" name="Content Placeholder 2">
            <a:extLst>
              <a:ext uri="{FF2B5EF4-FFF2-40B4-BE49-F238E27FC236}">
                <a16:creationId xmlns:a16="http://schemas.microsoft.com/office/drawing/2014/main" id="{FD1BD8C6-AD1B-693E-3102-8913BB23E19E}"/>
              </a:ext>
            </a:extLst>
          </p:cNvPr>
          <p:cNvSpPr>
            <a:spLocks noGrp="1"/>
          </p:cNvSpPr>
          <p:nvPr>
            <p:ph idx="1"/>
          </p:nvPr>
        </p:nvSpPr>
        <p:spPr>
          <a:xfrm>
            <a:off x="838200" y="1356852"/>
            <a:ext cx="10515600" cy="5230761"/>
          </a:xfrm>
        </p:spPr>
        <p:txBody>
          <a:bodyPr>
            <a:normAutofit fontScale="55000" lnSpcReduction="20000"/>
          </a:bodyPr>
          <a:lstStyle/>
          <a:p>
            <a:r>
              <a:rPr lang="en-US" sz="3300" b="1" dirty="0"/>
              <a:t>1. Analyze Overall Sales Performance</a:t>
            </a:r>
          </a:p>
          <a:p>
            <a:r>
              <a:rPr lang="en-US" sz="3300" dirty="0"/>
              <a:t>To track </a:t>
            </a:r>
            <a:r>
              <a:rPr lang="en-US" sz="3300" b="1" dirty="0"/>
              <a:t>total sales value</a:t>
            </a:r>
            <a:r>
              <a:rPr lang="en-US" sz="3300" dirty="0"/>
              <a:t> and understand the overall business performance at a glance using KPI cards.</a:t>
            </a:r>
          </a:p>
          <a:p>
            <a:r>
              <a:rPr lang="en-US" sz="3300" b="1" dirty="0"/>
              <a:t>2. Compare Actual Sales vs Target</a:t>
            </a:r>
          </a:p>
          <a:p>
            <a:r>
              <a:rPr lang="en-US" sz="3300" dirty="0"/>
              <a:t>To evaluate whether sales goals are being met by comparing </a:t>
            </a:r>
            <a:r>
              <a:rPr lang="en-US" sz="3300" b="1" dirty="0"/>
              <a:t>monthly actual sales against targets</a:t>
            </a:r>
            <a:r>
              <a:rPr lang="en-US" sz="3300" dirty="0"/>
              <a:t>, helping identify performance gaps.</a:t>
            </a:r>
          </a:p>
          <a:p>
            <a:r>
              <a:rPr lang="en-US" sz="3300" b="1" dirty="0"/>
              <a:t>3. Identify Top Customers</a:t>
            </a:r>
          </a:p>
          <a:p>
            <a:r>
              <a:rPr lang="en-US" sz="3300" dirty="0"/>
              <a:t>To recognize </a:t>
            </a:r>
            <a:r>
              <a:rPr lang="en-US" sz="3300" b="1" dirty="0"/>
              <a:t>high-value customers</a:t>
            </a:r>
            <a:r>
              <a:rPr lang="en-US" sz="3300" dirty="0"/>
              <a:t> who contribute the most to revenue, useful for retention and targeted strategies.</a:t>
            </a:r>
          </a:p>
          <a:p>
            <a:r>
              <a:rPr lang="en-US" sz="3300" b="1" dirty="0"/>
              <a:t>4. Understand Region-wise Sales Distribution</a:t>
            </a:r>
          </a:p>
          <a:p>
            <a:r>
              <a:rPr lang="en-US" sz="3300" dirty="0"/>
              <a:t>To analyze how sales are distributed across different </a:t>
            </a:r>
            <a:r>
              <a:rPr lang="en-US" sz="3300" b="1" dirty="0"/>
              <a:t>regions (Export, Western, North, etc.)</a:t>
            </a:r>
            <a:r>
              <a:rPr lang="en-US" sz="3300" dirty="0"/>
              <a:t>, identifying strong and weak markets.</a:t>
            </a:r>
          </a:p>
          <a:p>
            <a:r>
              <a:rPr lang="en-US" sz="3300" b="1" dirty="0"/>
              <a:t>5. Evaluate Product Performance</a:t>
            </a:r>
          </a:p>
          <a:p>
            <a:r>
              <a:rPr lang="en-US" sz="3300" dirty="0"/>
              <a:t>To determine </a:t>
            </a:r>
            <a:r>
              <a:rPr lang="en-US" sz="3300" b="1" dirty="0"/>
              <a:t>top-selling products</a:t>
            </a:r>
            <a:r>
              <a:rPr lang="en-US" sz="3300" dirty="0"/>
              <a:t> and low-performing ones, supporting inventory and product strategy decisions.</a:t>
            </a:r>
          </a:p>
          <a:p>
            <a:r>
              <a:rPr lang="en-US" sz="3300" b="1" dirty="0"/>
              <a:t>6. Track Time-based Trends</a:t>
            </a:r>
          </a:p>
          <a:p>
            <a:r>
              <a:rPr lang="en-US" sz="3300" dirty="0"/>
              <a:t>To study </a:t>
            </a:r>
            <a:r>
              <a:rPr lang="en-US" sz="3300" b="1" dirty="0"/>
              <a:t>monthly and weekly sales trends</a:t>
            </a:r>
            <a:r>
              <a:rPr lang="en-US" sz="3300" dirty="0"/>
              <a:t>, helping identify seasonality, demand patterns, and fluctuations over time.</a:t>
            </a:r>
          </a:p>
          <a:p>
            <a:endParaRPr lang="en-IN" sz="3300" dirty="0"/>
          </a:p>
        </p:txBody>
      </p:sp>
    </p:spTree>
    <p:extLst>
      <p:ext uri="{BB962C8B-B14F-4D97-AF65-F5344CB8AC3E}">
        <p14:creationId xmlns:p14="http://schemas.microsoft.com/office/powerpoint/2010/main" val="737607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CC5E7-3D43-AB9F-18D0-EB7BF52FCD1E}"/>
              </a:ext>
            </a:extLst>
          </p:cNvPr>
          <p:cNvSpPr>
            <a:spLocks noGrp="1"/>
          </p:cNvSpPr>
          <p:nvPr>
            <p:ph type="title"/>
          </p:nvPr>
        </p:nvSpPr>
        <p:spPr>
          <a:xfrm>
            <a:off x="1025012" y="681037"/>
            <a:ext cx="10515600" cy="1001559"/>
          </a:xfrm>
        </p:spPr>
        <p:txBody>
          <a:bodyPr/>
          <a:lstStyle/>
          <a:p>
            <a:r>
              <a:rPr lang="en-IN" b="1" dirty="0"/>
              <a:t>Conclusion</a:t>
            </a:r>
          </a:p>
        </p:txBody>
      </p:sp>
      <p:sp>
        <p:nvSpPr>
          <p:cNvPr id="5" name="Content Placeholder 4">
            <a:extLst>
              <a:ext uri="{FF2B5EF4-FFF2-40B4-BE49-F238E27FC236}">
                <a16:creationId xmlns:a16="http://schemas.microsoft.com/office/drawing/2014/main" id="{75B134EB-FC62-13C1-026B-256B3965D4D3}"/>
              </a:ext>
            </a:extLst>
          </p:cNvPr>
          <p:cNvSpPr>
            <a:spLocks noGrp="1"/>
          </p:cNvSpPr>
          <p:nvPr>
            <p:ph idx="1"/>
          </p:nvPr>
        </p:nvSpPr>
        <p:spPr/>
        <p:txBody>
          <a:bodyPr/>
          <a:lstStyle/>
          <a:p>
            <a:r>
              <a:rPr lang="en-US" dirty="0"/>
              <a:t>This dashboard helps to easily understand sales performance by showing clear insights on sales trends, regions, customers, and products. It makes it simple to track targets, identify top contributors, and spot areas that need improvement. Overall, the project shows how sales data can be turned into useful information for better business decisions.</a:t>
            </a:r>
            <a:endParaRPr lang="en-IN" dirty="0"/>
          </a:p>
        </p:txBody>
      </p:sp>
    </p:spTree>
    <p:extLst>
      <p:ext uri="{BB962C8B-B14F-4D97-AF65-F5344CB8AC3E}">
        <p14:creationId xmlns:p14="http://schemas.microsoft.com/office/powerpoint/2010/main" val="570243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28CAB-A352-FA0E-80FB-29DBE53175B1}"/>
              </a:ext>
            </a:extLst>
          </p:cNvPr>
          <p:cNvSpPr>
            <a:spLocks noGrp="1"/>
          </p:cNvSpPr>
          <p:nvPr>
            <p:ph type="title"/>
          </p:nvPr>
        </p:nvSpPr>
        <p:spPr>
          <a:xfrm>
            <a:off x="838200" y="1644969"/>
            <a:ext cx="10515600" cy="45719"/>
          </a:xfrm>
        </p:spPr>
        <p:txBody>
          <a:bodyPr>
            <a:normAutofit fontScale="90000"/>
          </a:bodyPr>
          <a:lstStyle/>
          <a:p>
            <a:endParaRPr lang="en-IN" dirty="0"/>
          </a:p>
        </p:txBody>
      </p:sp>
      <p:pic>
        <p:nvPicPr>
          <p:cNvPr id="5" name="Content Placeholder 4">
            <a:extLst>
              <a:ext uri="{FF2B5EF4-FFF2-40B4-BE49-F238E27FC236}">
                <a16:creationId xmlns:a16="http://schemas.microsoft.com/office/drawing/2014/main" id="{F8B257BE-2522-7C74-6B4A-1E27155C1F1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9855" t="10352" r="6766"/>
          <a:stretch>
            <a:fillRect/>
          </a:stretch>
        </p:blipFill>
        <p:spPr>
          <a:xfrm>
            <a:off x="959874" y="599768"/>
            <a:ext cx="10665542" cy="5424948"/>
          </a:xfrm>
        </p:spPr>
      </p:pic>
    </p:spTree>
    <p:extLst>
      <p:ext uri="{BB962C8B-B14F-4D97-AF65-F5344CB8AC3E}">
        <p14:creationId xmlns:p14="http://schemas.microsoft.com/office/powerpoint/2010/main" val="3218854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282</Words>
  <Application>Microsoft Office PowerPoint</Application>
  <PresentationFormat>Widescreen</PresentationFormat>
  <Paragraphs>19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Berlin Sans FB</vt:lpstr>
      <vt:lpstr>Office Theme</vt:lpstr>
      <vt:lpstr>SALES DISTRIBUTION DASHBOARD</vt:lpstr>
      <vt:lpstr>Introduction </vt:lpstr>
      <vt:lpstr>Objectives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Abhinandh KE</dc:creator>
  <cp:lastModifiedBy>Abhinandh KE</cp:lastModifiedBy>
  <cp:revision>1</cp:revision>
  <dcterms:created xsi:type="dcterms:W3CDTF">2026-02-02T05:20:13Z</dcterms:created>
  <dcterms:modified xsi:type="dcterms:W3CDTF">2026-02-03T04:01:00Z</dcterms:modified>
</cp:coreProperties>
</file>